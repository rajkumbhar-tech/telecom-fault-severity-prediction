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7A9C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A9C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96-41D1-B64C-AF123F9261A7}"/>
              </c:ext>
            </c:extLst>
          </c:dPt>
          <c:dPt>
            <c:idx val="1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96-41D1-B64C-AF123F9261A7}"/>
              </c:ext>
            </c:extLst>
          </c:dPt>
          <c:dPt>
            <c:idx val="2"/>
            <c:invertIfNegative val="0"/>
            <c:bubble3D val="0"/>
            <c:spPr>
              <a:solidFill>
                <a:srgbClr val="00C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96-41D1-B64C-AF123F9261A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Gradient 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65.3</c:v>
                </c:pt>
                <c:pt idx="1">
                  <c:v>68.099999999999994</c:v>
                </c:pt>
                <c:pt idx="2">
                  <c:v>70.8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96-41D1-B64C-AF123F9261A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0F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21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1627"/>
          </a:solidFill>
          <a:ln w="12700">
            <a:solidFill>
              <a:srgbClr val="0D16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COMPETITION · IMARTICUS LEARNING · JULY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Severity</a:t>
            </a:r>
            <a:endParaRPr lang="en-US" sz="30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AWS Cloud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617720"/>
            <a:ext cx="42976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754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94960" y="1691640"/>
            <a:ext cx="640080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828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7,381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1947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Records Trained 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2743200"/>
            <a:ext cx="640080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88036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69480" y="29992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→ 1 Master Dataset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3794760"/>
            <a:ext cx="640080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9319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9480" y="4050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Built &amp; Compared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4846320"/>
            <a:ext cx="640080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49834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5102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47120" cy="1691640"/>
          </a:xfrm>
          <a:prstGeom prst="rect">
            <a:avLst/>
          </a:prstGeom>
          <a:solidFill>
            <a:srgbClr val="0D1627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54864" cy="16916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networks experience frequent faults and outages that disrupt service for millions of users and result in significant revenue loss for network providers. Identifying the severity of a network fault in advance is critical - manual fault detection is slow, reactive, and often too late to prevent major outages. This project builds an ML model that predicts fault severity in real time, deployed as a live web app on AWS EC2.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3703320" cy="24688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74720"/>
            <a:ext cx="3703320" cy="54864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identified only after impact has begun - too late to prevent user disruption.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3474720"/>
            <a:ext cx="3703320" cy="24688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474720"/>
            <a:ext cx="3703320" cy="54864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3657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 analysis takes 30-60 minutes to classify a fault, delaying critical response.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21040" y="3474720"/>
            <a:ext cx="3703320" cy="2468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3474720"/>
            <a:ext cx="370332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98280" y="3657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Raw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16052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5 separate CSV files with relational structure - not directly usable for ML.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6089904"/>
            <a:ext cx="11247120" cy="502920"/>
          </a:xfrm>
          <a:prstGeom prst="rect">
            <a:avLst/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14476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fault severity - 0 (No Fault)  |  1 (Minor Fault)  |  2 (Severe Fault) - instantly, from network log parameters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OVERALL SOLUTION APPROACH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" cy="8686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98448"/>
            <a:ext cx="1110996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081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3533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72821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5 relational CSV files: train.csv (7,381 rows), event_type, log_feature, resource_type, </a:t>
            </a:r>
            <a:r>
              <a:rPr lang="en-US" sz="1100" dirty="0" err="1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severity_type</a:t>
            </a: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all linked by network 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1389888"/>
            <a:ext cx="2743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04288"/>
            <a:ext cx="54864" cy="8686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304288"/>
            <a:ext cx="1110996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1401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2359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73405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each file by ID using sum/max/avg/count + one-hot encoding for categorical types → merged into 1 master dataset with 50+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2395728"/>
            <a:ext cx="2743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54864" cy="86868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10128"/>
            <a:ext cx="1110996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1985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33649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3989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nulls with 0 (valid - zero occurrences). Label encoded location column. 80:20 stratified train-test split with random_state=42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3401568"/>
            <a:ext cx="2743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315968"/>
            <a:ext cx="54864" cy="868680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315968"/>
            <a:ext cx="1110996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42569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3708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474573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3 models: Logistic Regression (65.3% - baseline), Random Forest (68.1%), Gradient Boosting (70.8% - best). Evaluated via accuracy, classification report, confusion matrix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4407408"/>
            <a:ext cx="2743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321808"/>
            <a:ext cx="54864" cy="8686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321808"/>
            <a:ext cx="11109960" cy="8686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43153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508760" y="5376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08760" y="575157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(GB, 70.8%) saved as pickle file. Flask app.py built with / and /predict routes. Deployed on AWS EC2 Ubuntu t2.micro via PuTTY + WinSCP on port 8080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17320" y="5413248"/>
            <a:ext cx="2743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KEY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&amp; Models Revealed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496420326"/>
              </p:ext>
            </p:extLst>
          </p:nvPr>
        </p:nvGraphicFramePr>
        <p:xfrm>
          <a:off x="457200" y="1508760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126480" y="73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INSIGHTS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72200" y="576072"/>
            <a:ext cx="557784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576072"/>
            <a:ext cx="45720" cy="7498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1072" y="16002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527048"/>
            <a:ext cx="557784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31694" y="1536192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249631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2490056"/>
            <a:ext cx="557784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2496312"/>
            <a:ext cx="45720" cy="749808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339242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31694" y="3396996"/>
            <a:ext cx="557784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35705" y="3403252"/>
            <a:ext cx="45720" cy="749808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91072" y="428853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from 5 raw files was the most impactful step — model accuracy jumps from baseline with engineered features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286451"/>
            <a:ext cx="11247120" cy="2331720"/>
          </a:xfrm>
          <a:prstGeom prst="rect">
            <a:avLst/>
          </a:prstGeom>
          <a:solidFill>
            <a:srgbClr val="0D16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38912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- ALL 3 CLASSES PREDICTED ON AWS EC2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94360" y="4663440"/>
            <a:ext cx="356616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4663440"/>
            <a:ext cx="356616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7731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31520" y="5029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Vol:10  Max:5  Log:2  Avg:5.0  Events:2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31520" y="5577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(0)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389120" y="4663440"/>
            <a:ext cx="356616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89120" y="4663440"/>
            <a:ext cx="3566160" cy="54864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26280" y="47731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26280" y="5029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Vol:14  Max:12  Log:3  Avg:4.5  Events:1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26280" y="5577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Fault (1)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183880" y="4663440"/>
            <a:ext cx="356616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83880" y="4663440"/>
            <a:ext cx="3566160" cy="54864"/>
          </a:xfrm>
          <a:prstGeom prst="rect">
            <a:avLst/>
          </a:prstGeom>
          <a:solidFill>
            <a:srgbClr val="FF3D00"/>
          </a:solidFill>
          <a:ln w="12700">
            <a:solidFill>
              <a:srgbClr val="FF3D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21040" y="47731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321040" y="5029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Vol:63  Max:44  Log:3  Avg:21.0  Events:1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321040" y="5577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Fault (2)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310773-941B-44C8-7215-B5A50C981079}"/>
              </a:ext>
            </a:extLst>
          </p:cNvPr>
          <p:cNvSpPr txBox="1"/>
          <p:nvPr/>
        </p:nvSpPr>
        <p:spPr>
          <a:xfrm>
            <a:off x="6291072" y="729916"/>
            <a:ext cx="53218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volume is the strongest predictor - higher total volume strongly correlates with Severe Fault (Class 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A3917F-F7C2-7BD0-936D-C4DE3AE3E4C1}"/>
              </a:ext>
            </a:extLst>
          </p:cNvPr>
          <p:cNvSpPr txBox="1"/>
          <p:nvPr/>
        </p:nvSpPr>
        <p:spPr>
          <a:xfrm>
            <a:off x="6291072" y="1681490"/>
            <a:ext cx="5212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outperformed all 3 models at 70.8% - sequential error-correction suits this imbalanced dataset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79E63A-A120-E406-B49C-104510A03DC8}"/>
              </a:ext>
            </a:extLst>
          </p:cNvPr>
          <p:cNvSpPr txBox="1"/>
          <p:nvPr/>
        </p:nvSpPr>
        <p:spPr>
          <a:xfrm>
            <a:off x="6291072" y="2542919"/>
            <a:ext cx="52120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n-US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(Minor Fault) has lower log volumes than No Fault - counterintuitive but confirmed by data analysis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77209E-809F-1580-DB14-E09682DFC343}"/>
              </a:ext>
            </a:extLst>
          </p:cNvPr>
          <p:cNvSpPr txBox="1"/>
          <p:nvPr/>
        </p:nvSpPr>
        <p:spPr>
          <a:xfrm>
            <a:off x="6291072" y="3448175"/>
            <a:ext cx="52120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r>
              <a:rPr lang="en-US" dirty="0"/>
              <a:t>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from 5 raw files was the most impactful step - model accuracy jumps from baseline with engineered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FURTHER IMPROVEMENTS / NEXT STEPS    |    05 · JUSTIFICATION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Better &amp; Why This Project Matters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IMPROVEMENT AREAS / NEXT STEPS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76072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282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20025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network logs via Apache Kafka or AWS Kinesis for fully automated fault detection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8992" y="1709928"/>
            <a:ext cx="274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96312"/>
            <a:ext cx="576072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24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8986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the time dimension to detect escalating fault patterns and predict future fault windows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78992" y="2606040"/>
            <a:ext cx="274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92424"/>
            <a:ext cx="576072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20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Alerts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automatic SMS or email via AWS SNS when Severity 2 is predicted - instant engineer notification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78992" y="3502152"/>
            <a:ext cx="274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88536"/>
            <a:ext cx="576072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416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70432" y="4352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Deep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4690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or LSTM models could push accuracy beyond 70.8% especially for the minority class (Class 1)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78992" y="4398264"/>
            <a:ext cx="274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184648"/>
            <a:ext cx="5760720" cy="749808"/>
          </a:xfrm>
          <a:prstGeom prst="rect">
            <a:avLst/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312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70432" y="52486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Location Prediction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70432" y="55869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secondary model to predict which specific network node will fail next - enabling proactive maintenance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78992" y="5294376"/>
            <a:ext cx="274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984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OF THE PROJECT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55080" y="1600200"/>
            <a:ext cx="5577840" cy="5029200"/>
          </a:xfrm>
          <a:prstGeom prst="rect">
            <a:avLst/>
          </a:prstGeom>
          <a:solidFill>
            <a:srgbClr val="0D1627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1600200"/>
            <a:ext cx="557784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15798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actual Telstra carrier network data - not synthetic. Patterns are real and the problem is live in production today.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27614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2761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Topic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309067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standard classroom project. Telecom fault prediction is domain-specific, industry-relevant, and directly impactful.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92240" y="36941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0" y="36941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402336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DS workflow: 5 raw files → feature engineering → 3 ML models → live AWS cloud deployment. Not just a notebook.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92240" y="46268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46268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495604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fault detection from 30-60 min to 5 seconds has direct, quantifiable impact on SLA compliance and revenue.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92240" y="55595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58000" y="55595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5888736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running on AWS EC2, accessible via public IP - a real production-grade deployment, not a local demo.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627"/>
          </a:solidFill>
          <a:ln w="12700">
            <a:solidFill>
              <a:srgbClr val="0D16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4114800" y="3063240"/>
            <a:ext cx="393192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Fault Severity and Outage Prediction Using 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Kumbhar  |  PGA WD 32  |  Imarticus Learning, Thane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4800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828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4800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4828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66360" y="4800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4828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AWS EC2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4800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828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Telstra Dataset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89720" y="48006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11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4828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889</Words>
  <Application>Microsoft Office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 Kumbhar</cp:lastModifiedBy>
  <cp:revision>2</cp:revision>
  <dcterms:created xsi:type="dcterms:W3CDTF">2026-08-06T07:49:59Z</dcterms:created>
  <dcterms:modified xsi:type="dcterms:W3CDTF">2026-08-06T08:27:16Z</dcterms:modified>
</cp:coreProperties>
</file>